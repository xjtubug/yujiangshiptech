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YuJiang ShipTech</a:t>
            </a:r>
          </a:p>
          <a:p>
            <a:pPr algn="ctr">
              <a:defRPr sz="1800">
                <a:solidFill>
                  <a:srgbClr val="A0D0F0"/>
                </a:solidFill>
              </a:defRPr>
            </a:pPr>
            <a:r>
              <a:t>未来运营规划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推广渠道规划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🔍 搜索引擎营销 — Google Ads 精准投放 + SEO优化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🏢 B2B平台 — Alibaba.com, Made-in-China 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📱 社交媒体 — LinkedIn, YouTube, Facebook, Instagram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🎪 行业展会 — Sea Japan, CIMC, SMM Hamburg 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📧 邮件营销 — Newsletter, 自动化跟进邮件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分区域推广预算（月度）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🇨🇳 中国市场：$1,100 - $2,100/月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🇯🇵 日本市场：$1,300 - $2,400/月（重点市场）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🌏 东南亚：$800 - $1,600/月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🇦🇪 中东：$900 - $1,800/月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🇺🇸 美国：$1,500 - $2,900/月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🇪🇺 欧洲：$1,500 - $2,900/月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总计：$7,100 - $13,700/月（建议分3个阶段投入）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阶段性投入计划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📌 第一阶段（1-3月）— $3,000-5,000/月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重点: 日本+东南亚, Google Ads + Alibaba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📌 第二阶段（4-6月）— $5,000-8,000/月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增加: 中东+中国, 社交媒体启动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📌 第三阶段（7-12月）— $8,000-14,000/月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全面覆盖6大市场, 展会参展, 品牌建设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运营成本估算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🖥️ 服务器托管：$40-150/月（日本VPS/云服务）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📧 邮件服务：$0-50/月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📢 推广费用：$3,000-8,000/月（按阶段）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👨‍💼 人力成本：$0-3,000/月（运营/客服）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📸 内容制作：$0-500/月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精简方案：$3,041/月 | 标准方案：$11,731/月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年度估算：$36,500 - $140,000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运营KPI体系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  启动期          成熟期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网站UV     2,000/月       20,000/月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询价数量    20/月          200/月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成交订单    3/月           30/月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平均客单    $2,000         $5,000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月营业额    $6,000         $150,000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询价转化    1%             1.5%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成交转化    20%            25%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投资回报预估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3个月：投入$15K → 月营收$5K → ROI -67%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6个月：投入$45K → 月营收$20K → 基本持平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12个月：投入$120K → 月营收$80K → ROI +300%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24个月：投入$250K → 月营收$200K → ROI +500%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预计6个月实现盈亏平衡，12个月进入盈利期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日本市场特别策略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🇯🇵 语言本地化 — 确保日文翻译地道专业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💴 支付适配 — 支持银行振込（银行转账）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⏰ 响应速度 — 日本客户重视快速回复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🎪 展会参展 — Sea Japan 必参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🤝 合作伙伴 — 与日本贸易公司/代理商合作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📋 合规要求 — JIS标准和NK船级社认证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扬帆起航，共创未来</a:t>
            </a:r>
          </a:p>
          <a:p>
            <a:pPr algn="ctr">
              <a:defRPr sz="1800">
                <a:solidFill>
                  <a:srgbClr val="A0D0F0"/>
                </a:solidFill>
              </a:defRPr>
            </a:pPr>
            <a:r>
              <a:t>YuJiang ShipTech 运营团队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