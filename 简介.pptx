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YuJiang ShipTech</a:t>
            </a:r>
          </a:p>
          <a:p>
            <a:pPr algn="ctr">
              <a:defRPr sz="1800">
                <a:solidFill>
                  <a:srgbClr val="A0D0F0"/>
                </a:solidFill>
              </a:defRPr>
            </a:pPr>
            <a:r>
              <a:t>B2B 船用设备销售平台 · 产品简介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平台概述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🌐 面向全球航运市场的专业 B2B 电商平台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🚢 覆盖甲板机械、安全设备、导航系统等全品类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🌍 支持中文、英文、日文、阿拉伯文四语言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📱 响应式设计，完美适配所有设备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⚡ 基于 Next.js 14 现代技术栈，极速加载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🛒 专业B2B产品展示 — 多级分类、高级筛选、产品对比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📋 完整询价-报价-订单流程 — 在线询价→智能报价→订单管理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📰 新闻资讯 — 公司新闻 + 行业新闻，图片轮播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📊 数据分析报告 — 访客、产品、订单全方位分析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👥 客户CRM — 客户画像、线索评分、跟进记录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📧 邮件营销 — 模板管理、营销活动、Newsletter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🔍 SEO优化 — 结构化数据、多语言SEO、Sitemap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B2B 询价-报价-订单流程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1️⃣  客户浏览产品 → 添加到询价单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2️⃣  提交询价 → 管理员收到通知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3️⃣  管理员生成报价单 → PDF 发送客户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4️⃣  客户确认 → 创建订单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5️⃣  生产 → 发货 → 物流追踪 → 签收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全流程在线管理，状态实时更新，历史可追溯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数据分析与报告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📊 访客分析 — IP、国家、设备、停留时间、行为追踪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📦 产品分析 — 浏览量、询价次数、热门产品排名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📈 趋势图表 — 询价趋势、国家分布、热门产品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�� 订单报表 — 订单汇总、金额统计、状态追踪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📤 导出功能 — PDF/CSV 一键导出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⏰ 定时报告 — 自动发送日报/周报/月报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🔍 灵活时间筛选 — 今日/本周/本月/自定义范围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技术优势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🚀 Next.js 14 + TypeScript — 现代全栈框架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⚡ SSR + 懒加载 + CDN — 极速页面加载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📱 响应式设计 — 手机/平板/桌面完美适配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🔒 企业级安全 — NextAuth认证 + HTTPS + CSRF防护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🔧 Prisma ORM — 类型安全的数据库操作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📈 可扩展架构 — 模块化设计，灵活扩展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💰 低运营成本 — 开源技术栈，最低$20/月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竞争优势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一站式解决方案 — 产品→询价→报价→订单→物流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行业专业化 — 船舶行业定制分类、规格、流程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全球化覆盖 — 4语言覆盖全球主要航运市场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智能数据驱动 — 访客分析、线索评分、自动报告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快速部署 — 1-2小时完成全套部署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SEO友好 — 结构化数据提升搜索排名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专业形象 — 现代化UI设计，提升品牌信任度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谢谢！</a:t>
            </a:r>
          </a:p>
          <a:p>
            <a:pPr algn="ctr">
              <a:defRPr sz="1800">
                <a:solidFill>
                  <a:srgbClr val="A0D0F0"/>
                </a:solidFill>
              </a:defRPr>
            </a:pPr>
            <a:r>
              <a:t>YuJiang ShipTech — 连接全球，赋能航运贸易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